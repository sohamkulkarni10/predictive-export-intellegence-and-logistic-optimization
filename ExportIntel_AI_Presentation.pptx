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ExportIntel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Predictive Export Intelligence &amp; Logistics Optimization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AI-powered decision support for Indian commodity exports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Demand + Price + Logistics + Container prioritization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Live news integration with explainable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t>Presented by: &lt;Your Name&gt;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Exporters struggle to combine demand trends, price forecasts, and logistics costs quickly.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Manual analysis is slow, inconsistent, and risky when market news changes daily.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Need one system to recommend what to export, where to export, and how much to allocate.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Predict top country-commodity demand opportunities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Forecast next-month India commodity prices (INR/quintal)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Optimize India port to destination route with net profit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Allocate limited containers based on opportunity score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Explain decisions with LLM and answer Q&amp;A using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Multi-agent flow and data integration</a:t>
            </a:r>
          </a:p>
        </p:txBody>
      </p:sp>
      <p:pic>
        <p:nvPicPr>
          <p:cNvPr id="4" name="Picture 3" descr="ExportIntel_AI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10972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1) News Agent: fetches live demand and India price news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2) Demand Agent: predicts top opportunities with demand score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3) Price Agent: predicts next-month commodity prices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4) Logistics Agent: computes route cost, transit, and profitability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5) Container Agent: allocates limited containers by priority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6) Explain/RAG Agent: generates explanations and Q&amp;A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Core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/>
            </a:pPr>
            <a:r>
              <a:t>AI +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Frontend: React + Vite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Backend API: Flask (Python)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ML: XGBoost/Joblib + feature engineering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Data: Pandas + CSV 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920240"/>
            <a:ext cx="5120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LLM: Groq (Llama 3.3 70B)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RAG: Chroma Vector DB (with sklearn fallback)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Live News: GDELT + Google News RSS (+ optional NewsAPI)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Storage: SQLite (pipeline runs, logistics records)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Demand and Price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Demand score uses country+commodity signals from news features and trained model.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Price prediction combines historical market features with news sentiment adjustment.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Predictions can change across runs when relevant news tone changes.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Prices are shown in INR/quintal; logistics/profit displayed in INR at fixed FX 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Logistics and Profit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Net profit/ton = sell price - buy price - logistics cost.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Quantity is considered for container and allocation-level profit.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Route optimization compares ports, transit days, and cost/ton.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Container prioritization balances demand, profitability, and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Live Demo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04040"/>
                </a:solidFill>
                <a:latin typeface="Calibri"/>
              </a:defRPr>
            </a:pPr>
            <a:r>
              <a:t>Dashboard, Demand, Logistics, Container Priority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Reduces manual export planning effort and decision delay.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Improves profitability visibility before shipment commitment.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Provides explainable recommendations for management decisions.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Scales from local demo to Kafka + Databricks streaming architecture.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Challenges and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News quality and source consistency require strong filtering logic.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Need broader commodity-country data and more real-time signals.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Future: automated streaming pipeline with Kafka and Databricks.</a:t>
            </a:r>
          </a:p>
          <a:p>
            <a:pPr>
              <a:spcAft>
                <a:spcPts val="800"/>
              </a:spcAft>
              <a:defRPr sz="2300">
                <a:solidFill>
                  <a:srgbClr val="141414"/>
                </a:solidFill>
                <a:latin typeface="Calibri"/>
              </a:defRPr>
            </a:pPr>
            <a:r>
              <a:t>Future: dynamic FX, confidence intervals, and what-if simulation.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153678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15367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ExportIntel AI | End-to-End Intelligent Export Decision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