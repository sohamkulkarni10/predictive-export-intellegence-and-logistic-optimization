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672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5961C-81E8-472B-9CCC-FFEC02FBF7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EF340-8104-42FE-A2D5-10E72EC8A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30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 smtClean="0"/>
              <a:t>Priratization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EF340-8104-42FE-A2D5-10E72EC8AC4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214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0F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ExportIntel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8DCEB"/>
                </a:solidFill>
                <a:latin typeface="Calibri"/>
              </a:rPr>
              <a:t>Predictive Export Intelligence &amp; Logistics Optimization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09728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4241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448"/>
                </a:solidFill>
                <a:latin typeface="Calibri"/>
              </a:rPr>
              <a:t>Title &amp; Team Overview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Team Name: ____________________________    Team Number: ______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Project Leader: ________________________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C232D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Team Members: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1) ____________________    2) ____________________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3) ____________________    4) ____________________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C232D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Pitch focus: Demand → Price → Logistics → Containers → Actionable Export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1/18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Why exporters lose speed, clarity, and margin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39"/>
            <a:ext cx="11027664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C232D"/>
                </a:solidFill>
                <a:latin typeface="Calibri"/>
              </a:rPr>
              <a:t>•  Indian exporters must decide what to export, where to sell, and which route is profitable — under daily market shifts.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232D"/>
                </a:solidFill>
                <a:latin typeface="Calibri"/>
              </a:rPr>
              <a:t>•  Demand signals, mandi prices, freight costs, and container limits sit in separate tools and spreadsheets.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232D"/>
                </a:solidFill>
                <a:latin typeface="Calibri"/>
              </a:rPr>
              <a:t>•  Manual planning is slow, inconsistent, and often ignores live news that changes opportunity overnight.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232D"/>
                </a:solidFill>
                <a:latin typeface="Calibri"/>
              </a:rPr>
              <a:t>•  Without a unified decision system, teams risk wrong country–commodity choices and loss-making lanes.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2/18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One multi-agent platform for export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39"/>
            <a:ext cx="11027664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C232D"/>
                </a:solidFill>
                <a:latin typeface="Calibri"/>
              </a:rPr>
              <a:t>•  ExportIntel AI is a React + Flask product that runs a full decision pipeline in one click.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32D"/>
                </a:solidFill>
                <a:latin typeface="Calibri"/>
              </a:rPr>
              <a:t>•  News Agent pulls live demand &amp; India price headlines (GDELT + Google News RSS).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32D"/>
                </a:solidFill>
                <a:latin typeface="Calibri"/>
              </a:rPr>
              <a:t>•  ML agents predict next-month demand opportunities and commodity prices (INR/quintal).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32D"/>
                </a:solidFill>
                <a:latin typeface="Calibri"/>
              </a:rPr>
              <a:t>•  Logistics + container agents optimize India→destination corridors and allocate scarce capacity.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32D"/>
                </a:solidFill>
                <a:latin typeface="Calibri"/>
              </a:rPr>
              <a:t>•  Groq LLM + RAG explain decisions and answer trade questions from trusted project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3/18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Target Users &amp;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6118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490"/>
                </a:solidFill>
                <a:latin typeface="Calibri"/>
              </a:rPr>
              <a:t>Export Analysts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32004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Compare demand scores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Check next-month buy price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Pick profitable lanes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6118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490"/>
                </a:solidFill>
                <a:latin typeface="Calibri"/>
              </a:rPr>
              <a:t>Operations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40280"/>
            <a:ext cx="32004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Allocate limited containers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Prioritize export-first lanes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Track transit &amp; cost/ton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6118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490"/>
                </a:solidFill>
                <a:latin typeface="Calibri"/>
              </a:rPr>
              <a:t>Decision Makers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40280"/>
            <a:ext cx="32004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Review supervisor summary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Validate profit in INR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Ask Trade Assistant (RAG)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4/18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Production-style local stack with cloud scale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" y="1463039"/>
            <a:ext cx="5449824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Frontend: React, Vite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Backend: Flask REST APIs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ML: XGBoost / Joblib, Pandas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LLM: Groq (Llama 3.3 70B)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RAG: Chroma Vector DB (+ sklearn fallback)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News: GDELT, Google News RSS, optional NewsAPI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Store: SQLite (pipeline + logistics runs)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463039"/>
            <a:ext cx="5449824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Optional scale path: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Kafka (streaming news topics)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Databricks + PySpark notebooks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Delta bronze → silver → gold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Docker for local services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FX display rate: ₹96.3 / USD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Auth-protected pipeline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5/18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Data Source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Original project data + live sources + controlled synthetic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39"/>
            <a:ext cx="11027664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Original / trusted datasets: Demand_prediction CSVs, commodities monthly price &amp; training data, Logistics + Logistics_Costs CSVs (ports, freight, charges, trade prices).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Live external data: GDELT + Google News RSS for demand-country and India mandi headlines (filtered to project commodities/countries).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Model artifacts: demand_model_bundle.joblib and price model tools (trained on project datasets).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Synthetic / generated support: synthetic news/feature rows used for training coverage and stress cases — not for final demo truth.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Runtime persistence: SQLite stores pipeline JSON + logistics cost/profit rows after each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6/18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Technical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Multi-agent pipeline from news to export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19"/>
            <a:ext cx="11027664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1) News Agent → live demand news + India price news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2) Demand Agent → top country–commodity demand scores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3) Price Agent → next-month INR/quintal forecasts (news-adjusted)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4) Logistics Agent → India port → destination route + net profit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5) Container Agent → allocate limited 20FT/40FT containers by priority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6) Explain Agent (Groq) + RAG Assistant → reasoning &amp; Q&amp;A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Output: supervisor recommendation + dashboard cards + SQLite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7/18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Agents, APIs, models, and knowledge layer</a:t>
            </a:r>
          </a:p>
        </p:txBody>
      </p:sp>
      <p:pic>
        <p:nvPicPr>
          <p:cNvPr id="6" name="Picture 5" descr="ExportIntel_AI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8/18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Existing System vs ExportIntel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Impact analysis &amp; competitive 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C2782D"/>
                </a:solidFill>
                <a:latin typeface="Calibri"/>
              </a:rPr>
              <a:t>Typical / Existing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7490"/>
                </a:solidFill>
                <a:latin typeface="Calibri"/>
              </a:rPr>
              <a:t>Our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9377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Spreadsheet + separate tools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Static news copy-paste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Price/demand viewed in isolation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Route cost checked later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Container plan is manual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Hard to explain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One click end-to-end pipeline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Auto live news (GDELT/RSS)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Linked demand → price → profit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Port corridors ranked by INR profit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Priority-based container allocation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C232D"/>
                </a:solidFill>
                <a:latin typeface="Calibri"/>
              </a:rPr>
              <a:t>• LLM explanations + RAG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9/18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Core Intelligence: Demand &amp;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How scores and forecasts are produced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39"/>
            <a:ext cx="11027664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Demand score (0–1): news features (shortage, sentiment, opportunity) + trained demand model → ranked opportunities.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Price forecast: dataset current mandi baseline + XGBoost next-month prediction + explicit news sentiment adjustment.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Same news → stable prediction; clearly bullish/bearish news → price moves (verified in product behavior).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All money values for logistics/profit shown in INR (FX ₹96.3/USD); prices stay INR/quintal.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10/18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Logistics &amp; Profit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Buying cost + quantity-aware allocation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39"/>
            <a:ext cx="11027664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Net profit / ton = Sell (trade price) − Buy (predicted India price) − Logistics cost / ton.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Buying amount is always considered via predicted INR/quintal converted to per-ton cost.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Quantity enters at container &amp; allocation level: payload tons × containers allocated.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Logistics page compares routes on per-ton profit; Container page shows combined expected profit.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11/18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System Performance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Local deployment ready for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19"/>
            <a:ext cx="11027664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Frontend: http://localhost:5173  |  Backend Flask API: http://127.0.0.1:5001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Live demo path: Login → Fetch Live News / Run Analysis → Demand → Price → Logistics → Containers → Agents/RAG.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SQLite retains pipeline runs and logistics cost rows for auditability.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RAG answers use retrieved chunks from demand/price/logistics datasets (Chroma).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Pitch demo highlight: one analysis produces ranked demand, INR profit routes, and container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12/18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Live Product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Dashboard · Demand · Logistics · Containers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470"/>
                </a:solidFill>
                <a:latin typeface="Calibr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2161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470"/>
                </a:solidFill>
                <a:latin typeface="Calibri"/>
              </a:rP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9359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470"/>
                </a:solidFill>
                <a:latin typeface="Calibri"/>
              </a:rPr>
              <a:t>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59359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470"/>
                </a:solidFill>
                <a:latin typeface="Calibri"/>
              </a:rPr>
              <a:t>Containers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13/18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Alternative Approach Considered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Why we selected the primary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19"/>
            <a:ext cx="11027664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Alternative A: Pure LLM decisioning without ML models — rejected (less stable, harder to audit).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Alternative B: Manual pasted news only — rejected (slow, not product-like for daily decisions).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Alternative C: Databricks + Kafka-first for every demo — deferred (great for scale; overkill for local review).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Selected approach: Hybrid ML + live news APIs + Flask/React product UX, with Kafka/Databricks as scale roadmap.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Result: reliable demos, explainable scores, and a clear path to streaming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14/18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Future Scope &amp;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Roadmap beyond the review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19"/>
            <a:ext cx="11027664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Always-on Kafka news producers → Databricks bronze/silver/gold tables.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Dynamic FX feeds and confidence intervals on price/demand predictions.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What-if simulator for container count, port constraints, and tariff shocks.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Role-based multi-user workspaces and exportable board packs (PDF/PPT).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32D"/>
                </a:solidFill>
                <a:latin typeface="Calibri"/>
              </a:rPr>
              <a:t>•  Stronger evaluation harness: backtests on historical news weeks + route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15/18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Product Impact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What the pitch delivers in 14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39"/>
            <a:ext cx="11027664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C232D"/>
                </a:solidFill>
                <a:latin typeface="Calibri"/>
              </a:rPr>
              <a:t>•  Faster export decisions: one pipeline replaces fragmented analysis.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32D"/>
                </a:solidFill>
                <a:latin typeface="Calibri"/>
              </a:rPr>
              <a:t>•  Profit-first logistics: buy price, freight, and route compared in INR.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32D"/>
                </a:solidFill>
                <a:latin typeface="Calibri"/>
              </a:rPr>
              <a:t>•  Capacity realism: limited containers allocated by opportunity priority.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32D"/>
                </a:solidFill>
                <a:latin typeface="Calibri"/>
              </a:rPr>
              <a:t>•  Trust layer: LLM explanations + RAG grounded in project datasets.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32D"/>
                </a:solidFill>
                <a:latin typeface="Calibri"/>
              </a:rPr>
              <a:t>•  Demo-ready: live news → ranked opportunities → actionable recommendation.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16/18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ExportIntel AI turns live market news into ranked demand, price forecasts,
profitable routes, and container plans — with explainable AI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F0F5"/>
                </a:solidFill>
                <a:latin typeface="Calibri"/>
              </a:rPr>
              <a:t>Q&amp;A Ready  ·  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                            17/18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448"/>
                </a:solidFill>
                <a:latin typeface="Calibri"/>
              </a:rPr>
              <a:t>Suggested Speaking Split (~14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A6470"/>
                </a:solidFill>
                <a:latin typeface="Calibri"/>
              </a:rPr>
              <a:t>Equal participation plan for team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39"/>
            <a:ext cx="11027664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352" y="1535024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1C232D"/>
                </a:solidFill>
                <a:latin typeface="Calibri"/>
              </a:rPr>
              <a:t>•  Member A (3 min): Title, problem, proposed solution, users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C232D"/>
                </a:solidFill>
                <a:latin typeface="Calibri"/>
              </a:rPr>
              <a:t>•  Member B (3 min): Tech stack, data sources, architecture/workflow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C232D"/>
                </a:solidFill>
                <a:latin typeface="Calibri"/>
              </a:rPr>
              <a:t>•  Member C (4 min): Demand/price logic, logistics profit, existing </a:t>
            </a:r>
            <a:r>
              <a:rPr sz="1600" b="0" dirty="0" err="1">
                <a:solidFill>
                  <a:srgbClr val="1C232D"/>
                </a:solidFill>
                <a:latin typeface="Calibri"/>
              </a:rPr>
              <a:t>vs</a:t>
            </a:r>
            <a:r>
              <a:rPr sz="1600" b="0" dirty="0">
                <a:solidFill>
                  <a:srgbClr val="1C232D"/>
                </a:solidFill>
                <a:latin typeface="Calibri"/>
              </a:rPr>
              <a:t> ours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C232D"/>
                </a:solidFill>
                <a:latin typeface="Calibri"/>
              </a:rPr>
              <a:t>•  Member D (3 min): Live demo screens, alternatives, future scope, close/Q&amp;A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C232D"/>
                </a:solidFill>
                <a:latin typeface="Calibri"/>
              </a:rPr>
              <a:t>•  Tip: Keep demo to 1 Run Analysis path — Demand card → Route → Containers.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Calibri"/>
              </a:rPr>
              <a:t>ExportIntel AI  ·  Product Pitch                              18/18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1443</Words>
  <Application>Microsoft Office PowerPoint</Application>
  <PresentationFormat>Custom</PresentationFormat>
  <Paragraphs>163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Lenovo</cp:lastModifiedBy>
  <cp:revision>3</cp:revision>
  <dcterms:created xsi:type="dcterms:W3CDTF">2013-01-27T09:14:16Z</dcterms:created>
  <dcterms:modified xsi:type="dcterms:W3CDTF">2026-08-04T17:05:03Z</dcterms:modified>
  <cp:category/>
</cp:coreProperties>
</file>