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ExportIntel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CDE1EB"/>
                </a:solidFill>
                <a:latin typeface="Calibri"/>
              </a:rPr>
              <a:t>Predictive Export Intelligence &amp; Logistics Optimization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111556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2040"/>
                </a:solidFill>
                <a:latin typeface="Calibri"/>
              </a:rPr>
              <a:t>Title &amp; Team Overview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Team Number: __________     Team Name: _______________________________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Project Leader: _______________________________________________________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Team Members (names on this slide as required):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1) ________________________     2) ________________________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3) ________________________     4) ________________________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Product pitch: Demand → Price → Logistics → Containers → Export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Core problem we are solving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344168"/>
            <a:ext cx="11155680" cy="4626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Indian commodity exporters must decide what to export, which country to target, and which route is profitable — under fast-changing markets.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Demand signals, mandi prices, freight costs, and container limits are scattered across tools and spreadsheets.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Manual planning is slow and often misses live news that shifts opportunity overnight.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Without a unified system, teams risk wrong country–commodity choices and loss-making logistics lanes.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High-level overview of our unique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ExportIntel AI is a multi-agent export decision platform (React + Flask).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One click runs: Live News → Demand → Price → Logistics → Container Prioritization.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Live news from GDELT + Google News RSS feeds demand and India price intelligence.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ML models score opportunities and forecast next-month prices in INR/quintal.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Logistics engine ranks India→destination corridors by net profit (INR @ ₹96.3/USD).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Container Agent allocates limited capacity by demand + profit + cost + transit priority.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Groq LLM explanations + RAG Trade Assistant make decisions explainable and auditable.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Target Users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Who uses it and where it creates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86E82"/>
                </a:solidFill>
                <a:latin typeface="Calibri"/>
              </a:rPr>
              <a:t>Export Analysts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Rank demand opportunities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Review next-month buy prices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Compare profitable corridors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86E82"/>
                </a:solidFill>
                <a:latin typeface="Calibri"/>
              </a:rPr>
              <a:t>Operations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918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Allocate limited containers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Prioritize export-first lanes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Track cost, transit,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544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86E82"/>
                </a:solidFill>
                <a:latin typeface="Calibri"/>
              </a:rPr>
              <a:t>Decision Makers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918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Use supervisor recommendation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Validate INR profit impact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Ask Trade Assistant (RAG)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Technical architecture &amp; technologies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Frontend: React + Vite dashboard (Demand, Price, Logistics, Containers, Agents, RAG)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Backend: Flask REST APIs (pipeline, live news, RAG ask/rebuild, auth)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ML: XGBoost/Joblib demand &amp; price models with Pandas feature pipelines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LLM: Groq Llama 3.3 70B for demand/price explanations and RAG answers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Vector DB: Chroma (sklearn TF-IDF fallback) for retrieval-augmented Q&amp;A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Live News: GDELT Doc API + Google News RSS (+ optional NewsAPI)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Persistence: SQLite for pipeline runs and logistics cost/profit history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Scale path (optional): Kafka topics + Databricks/PySpark bronze→gold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Data Source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Original data vs synthetic data vs live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6E82"/>
                </a:solidFill>
                <a:latin typeface="Calibri"/>
              </a:rPr>
              <a:t>Original / 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Demand_prediction CSVs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Commodities price datasets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Logistics &amp; cost CSVs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Trade price 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Trained model bundles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6E82"/>
                </a:solidFill>
                <a:latin typeface="Calibri"/>
              </a:rPr>
              <a:t>Live External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GDELT trade/commodity news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Google News RSS (IN)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Optional NewsAPI key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Filtered to our commodities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Demand countries only (demand box)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6E28"/>
                </a:solidFill>
                <a:latin typeface="Calibri"/>
              </a:rPr>
              <a:t>Synthetic /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Synthetic news feature rows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Used for training coverage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Not used as final demo truth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Helps edge-case robustness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9202A"/>
                </a:solidFill>
                <a:latin typeface="Calibri"/>
              </a:rPr>
              <a:t>• Controlled, not live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Technical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End-to-end multi-agent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1) News Agent fetches Demand news + India price news in parallel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2) Demand Agent predicts top country–commodity demand scores (0–1)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3) Price Agent forecasts next-month INR/quintal with news adjustment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4) Logistics Agent optimizes India port → destination port corridors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5) Container Agent allocates limited 20FT/40FT capacity by priority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6) Explain Agent (Groq) + RAG Assistant produce reasoning and Q&amp;A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Persisted in SQLite → Dashboard cards + supervisor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Agents, APIs, models, and knowledge layer</a:t>
            </a:r>
          </a:p>
        </p:txBody>
      </p:sp>
      <p:pic>
        <p:nvPicPr>
          <p:cNvPr id="6" name="Picture 5" descr="ExportIntel_AI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Existing System vs Our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Impact analysis &amp; competitive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6E28"/>
                </a:solidFill>
                <a:latin typeface="Calibri"/>
              </a:rPr>
              <a:t>Existing / Typical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6E82"/>
                </a:solidFill>
                <a:latin typeface="Calibri"/>
              </a:rPr>
              <a:t>ExportIntel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Spreadsheets + fragmented tools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Manual news copy-paste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Demand/price/logistics siloed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Route profitability checked late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Container plan is ad-hoc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Hard to explain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One-click multi-agent pipeline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Auto live news (GDELT + RSS)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Linked demand → price → profit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Corridors ranked by INR net profit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Priority-based container allocation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LLM explanations + RAG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Container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How scarce capacity is allocated across export lanes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Problem: exporters have limited containers (e.g., 6 × 20FT) but multiple profitable opportunities.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Container Agent ranks lanes using a blended priority score: demand + net profit + logistics cost + transit time.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Example split: High priority lane gets more containers (e.g., 3), next gets 2, lower priority gets 1.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Quantity is applied here: profit/container = profit/ton × payload tons; combined profit uses allocated containers.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Output: export-first recommendation, allocation table, remaining capacity, and expected combined INR profit.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UI module: Container Priority page shows ranked cards + full allocation plan after Run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System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Key metrics &amp; product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End-to-end analysis: Demand + Price + Logistics + Container Prioritization in one Run Analysis.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Live news fetch: parallel GDELT + Google RSS with relevance filters (max 10 headlines each).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Price response to news: bullish vs bearish India news changes next-month prediction (not hard-coded).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Profit engine: buy price always included; quantity applied via container payload × allocation.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Persistence: SQLite stores full pipeline JSON + logistics cost/profit rows for audit.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9202A"/>
                </a:solidFill>
                <a:latin typeface="Calibri"/>
              </a:rPr>
              <a:t>•  Local deploy: Frontend :5173 · Backend Flask :5001 (review-demo ready).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Live Demo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Working product samples from the deployed local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F6976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2471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F6976"/>
                </a:solidFill>
                <a:latin typeface="Calibri"/>
              </a:rPr>
              <a:t>Demand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9359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F6976"/>
                </a:solidFill>
                <a:latin typeface="Calibri"/>
              </a:rPr>
              <a:t>Logistics Optimisation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59359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F6976"/>
                </a:solidFill>
                <a:latin typeface="Calibri"/>
              </a:rPr>
              <a:t>Container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Alternative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What we considered and why we chose this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Alternative A — Pure LLM decisions without ML models: rejected (less stable, harder to audit).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Alternative B — Manual pasted news only: rejected (not product-like for daily export ops).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Alternative C — Kafka + Databricks first for every demo: deferred (excellent for scale, heavy for review demo).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Selected approach — Hybrid ML + live news APIs + Flask/React UX, with Kafka/Databricks as roadmap.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Why it wins — Reliable demos, explainable scores, INR profit clarity, clear production scale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Future Scope &amp;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Roadmap for scalability and upgrades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298448"/>
            <a:ext cx="11155680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Always-on Kafka news producers into Databricks bronze → silver → gold tables.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Dynamic FX feeds and confidence intervals on demand/price predictions.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What-if simulator for containers, port constraints, and tariff shocks.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Multi-user roles, saved playbooks, and board-ready PDF/PPT exports.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Backtesting harness on historical news weeks vs realized route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Practical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Why this product matters in 14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344168"/>
            <a:ext cx="11155680" cy="4626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Faster export decisions: one pipeline replaces fragmented analysis.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Profit-first logistics: buy price + freight + route compared in INR.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Capacity realism: scarce containers allocated by opportunity priority.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Trust layer: Groq explanations + RAG grounded in project datasets.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9202A"/>
                </a:solidFill>
                <a:latin typeface="Calibri"/>
              </a:rPr>
              <a:t>•  Demo outcome: live news → ranked opportunity → container plan →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040"/>
                </a:solidFill>
                <a:latin typeface="Calibri"/>
              </a:rPr>
              <a:t>Team Participation Plan (~14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976"/>
                </a:solidFill>
                <a:latin typeface="Calibri"/>
              </a:rPr>
              <a:t>Equal speaking distribution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" y="1344168"/>
            <a:ext cx="11155680" cy="4626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Member A (~3.5 min): Title/Team, Problem, Proposed Solution, Users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Member B (~3.5 min): Tech Stack, Data Sources, Workflow, Architecture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Member C (~3.5 min): Existing vs Ours, Container Prioritization, Live Demo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Member D (~3.5 min): Alternative Approach, Future Scope, Conclusion + Q&amp;A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9202A"/>
                </a:solidFill>
                <a:latin typeface="Calibri"/>
              </a:rPr>
              <a:t>•  Demo tip: Run Analysis → Demand → Logistics → Container Priority →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2926080"/>
          </a:xfrm>
          <a:prstGeom prst="rect">
            <a:avLst/>
          </a:prstGeom>
          <a:solidFill>
            <a:srgbClr val="08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Conclusion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Calibri"/>
              </a:rPr>
              <a:t>ExportIntel AI turns live market news into ranked demand, price forecasts,
profitable routes, and prioritized container plans — with explainable AI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CF0F5"/>
                </a:solidFill>
                <a:latin typeface="Calibri"/>
              </a:rPr>
              <a:t>Thank you  ·  We are ready for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F6976"/>
                </a:solidFill>
                <a:latin typeface="Calibri"/>
              </a:rPr>
              <a:t>ExportIntel AI  ·  Startup Pitch Review                              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